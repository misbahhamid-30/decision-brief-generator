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data throughout. The purpose is to demonstrate the analytical method, not to report on a real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ask. The rest of the deck justifies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 reasoning from symptoms to pricing would get this wrong and spend a quarter fixing something that was never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Brief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703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Careem Rides — UAE marketplace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133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2025-07-01 to 2026-06-30  ·  365 days  ·  AED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City Operations Director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21040" y="562356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asked, before any of the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recommended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49k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611880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30k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382512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investment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1976" y="1536192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4F6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18288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214k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153144" y="267004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leakage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13632"/>
            <a:ext cx="182880" cy="182880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3794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9264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and R5a. Both are scheduling changes — no headcount, no capital.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782312"/>
            <a:ext cx="182880" cy="182880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to negotiate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and R3. Both need supplier agreement before they can move.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650992"/>
            <a:ext cx="182880" cy="1828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" y="5532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9264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recommendation is analysed and rejected. The obvious fix for the worst-performing store costs more than it saves.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network stands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metric against its declared target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95.0%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cancel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75304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575304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3.0%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p50 (min)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45936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7.0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51976" y="160020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2FBF6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17282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promise gap (min)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16568" y="21031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116568" y="265176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1.0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51129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30-day churn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8862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04672" y="44348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10.0%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3383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F3F3"/>
          </a:solidFill>
          <a:ln/>
        </p:spPr>
      </p:sp>
      <p:sp>
        <p:nvSpPr>
          <p:cNvPr id="27" name="Text 25"/>
          <p:cNvSpPr/>
          <p:nvPr/>
        </p:nvSpPr>
        <p:spPr>
          <a:xfrm>
            <a:off x="3575304" y="351129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activation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75304" y="38862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45.0%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3575304" y="44348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55.0%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81344" y="3383280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2FB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351129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surge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88620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6345936" y="44348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1.1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margin goes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2.67m of gross margin, and what the supply chain gives back</a:t>
            </a:r>
            <a:endParaRPr lang="en-US" sz="1350" dirty="0"/>
          </a:p>
        </p:txBody>
      </p:sp>
      <p:pic>
        <p:nvPicPr>
          <p:cNvPr id="6" name="Image 0" descr="/sessions/nice-serene-bohr/mnt/Decision Brief Generator/outputs_rides/charts/margin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1060704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going wrong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materiality weighted by confidence. Root causes, not symptoms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9344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fulfils 89.3% of requests against a 95% target — the shortfall is worth AED 0.22m a year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223k/yr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18836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conf.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50592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who do not clear 20 trips in their first week churn at 26% against 8% for those who do — 3.3× the rate, and 55% of joiners fall in that group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0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110k/yr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0" y="28529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conf.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19856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Airport loses 50% of demand between 06:00–09:00 while surge sits at 1.76× — supply is not responding to price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0" y="3419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59k/yr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517136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38912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Bay, Yas Island promise arrival 4.3 min sooner than they deliver, and cancel 11% of trips against 4% elsewhere — the estimate causes the cancellation, not the wait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0" y="4389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45k/yr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0" y="47914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zone looks like a pricing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not. Surge is already high and supply is not responding</a:t>
            </a:r>
            <a:endParaRPr lang="en-US" sz="1350" dirty="0"/>
          </a:p>
        </p:txBody>
      </p:sp>
      <p:pic>
        <p:nvPicPr>
          <p:cNvPr id="6" name="Image 0" descr="/sessions/nice-serene-bohr/mnt/Decision Brief Generator/outputs_rides/charts/supply_vs_p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58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60020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F4F6F5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20848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Unfulfilled rate in window: 49.8%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window: 1.76 ×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per request: 17.2%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rules pricing out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336499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captain supply with surge: -0.45 — negative — supply falls as surge rises here, so raising it further is counterproductive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63840" y="4553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48463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Airport loses 50% of demand between 06:00–09:00 while surge sits at 1.76× — supply is not responding to price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largest single leak is a calendar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reviewed on the two quietest days of the week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402336" cy="402336"/>
          </a:xfrm>
          <a:prstGeom prst="ellipse">
            <a:avLst/>
          </a:prstGeom>
          <a:solidFill>
            <a:srgbClr val="0FA9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07008" y="329184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actions, AED 49k a year net of the cost of acting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794760"/>
                <a:gridCol w="2103120"/>
                <a:gridCol w="1325880"/>
                <a:gridCol w="914400"/>
                <a:gridCol w="128016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Recalibrate the ETA model in the zones that over-promise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 Experience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captain supply into Dubai Airport during 06:00–09:00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Growth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6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31927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5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4838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68k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922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benefit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0" y="34838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19k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0" y="3922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55080" y="34838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30k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3922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investment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052560" y="34838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49k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052560" y="39227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measure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has a leading indicator that moves before the money does. If it has not moved by the review point, stop the action rather than extend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21031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in the affected zones within 1pp of the network baseline, with request volume unchanged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097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9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76148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Unfulfilled rate in Dubai Airport during 06:00–09:00 below 10% within six weeks, with no fulfilment deterioration in adjacent zones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2761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data. No Careem data was used.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Decision Brief</dc:title>
  <dc:subject>PptxGenJS Presentation</dc:subject>
  <dc:creator>Decision Brief Generator</dc:creator>
  <cp:lastModifiedBy>Decision Brief Generator</cp:lastModifiedBy>
  <cp:revision>1</cp:revision>
  <dcterms:created xsi:type="dcterms:W3CDTF">2026-08-09T09:45:32Z</dcterms:created>
  <dcterms:modified xsi:type="dcterms:W3CDTF">2026-08-09T09:45:32Z</dcterms:modified>
</cp:coreProperties>
</file>